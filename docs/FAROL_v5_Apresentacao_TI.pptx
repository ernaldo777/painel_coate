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17320"/>
            <a:ext cx="5029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v5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Inteligência Fiscal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para Amazon Athena — Proposta de Infraestrutura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6204F"/>
          </a:solidFill>
          <a:ln w="12700">
            <a:solidFill>
              <a:srgbClr val="162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SEFAZ-CE  ·  COATE  ·  Núcleo do Simples Nacional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FAROL?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empresas abertas nos últimos 180 dias e detectar irregularidades tributárias antes que causem prejuízo ao fisco.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234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Como funciona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regras (R01–R17) calcula índices operacional, financeiro e fiscal. Resultado: nível de risco de cada contribuinte.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0972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09728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234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Quem usa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Auditores fiscais e supervisores do Núcleo do Simples Nacional da SEFAZ-CE, via interface web Streamlit.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v5  ·  SEFAZ-CE  ·  COATE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Atual × Proposta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931920" cy="41148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—  Situação Atual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Excel locais (dados estáticos)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manual a cada ciclo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por rede interna / pendrive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dessincronia entre usuários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comparável entre safras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834640"/>
            <a:ext cx="54864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9204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051560"/>
            <a:ext cx="3931920" cy="411480"/>
          </a:xfrm>
          <a:prstGeom prst="rect">
            <a:avLst/>
          </a:prstGeom>
          <a:solidFill>
            <a:srgbClr val="02A87A"/>
          </a:solidFill>
          <a:ln w="12700">
            <a:solidFill>
              <a:srgbClr val="02A8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 —  Proposta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no Amazon Athena (já na AWS SEFAZ)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via upload de Parquet para S3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centralizado — sem dessincronia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IAM por usuário (rastreável)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preparada para análise histórica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v5  ·  SEFAZ-CE  ·  COATE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14173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v23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395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Python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28216" y="22402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096" y="20574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737360"/>
            <a:ext cx="14173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395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s3://sefaz-coate/farol/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57016" y="22402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20574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1737360"/>
            <a:ext cx="14173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395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banco: farol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85816" y="22402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20574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1737360"/>
            <a:ext cx="1417320" cy="1005840"/>
          </a:xfrm>
          <a:prstGeom prst="rect">
            <a:avLst/>
          </a:prstGeom>
          <a:solidFill>
            <a:srgbClr val="5B3FA6"/>
          </a:solidFill>
          <a:ln w="12700">
            <a:solidFill>
              <a:srgbClr val="5B3F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farol_aws.py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395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dados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14616" y="22402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97496" y="20574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1737360"/>
            <a:ext cx="1417320" cy="1005840"/>
          </a:xfrm>
          <a:prstGeom prst="rect">
            <a:avLst/>
          </a:prstGeom>
          <a:solidFill>
            <a:srgbClr val="02A87A"/>
          </a:solidFill>
          <a:ln w="12700">
            <a:solidFill>
              <a:srgbClr val="02A8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2395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+ Exploração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700784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29584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58384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87184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3246120"/>
            <a:ext cx="8503920" cy="777240"/>
          </a:xfrm>
          <a:prstGeom prst="rect">
            <a:avLst/>
          </a:prstGeom>
          <a:solidFill>
            <a:srgbClr val="EDF4FF"/>
          </a:solidFill>
          <a:ln w="12700">
            <a:solidFill>
              <a:srgbClr val="B8D0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3101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Permissões necessárias (somente leitura):  athena:StartQueryExecution · athena:GetQueryResults · s3:GetObject · s3:ListBucket · glue:GetTable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v5  ·  SEFAZ-CE  ·  COATE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Controle de Acesso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07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Somente leitura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572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IAM solicitado não tem permissão de escrita no S3 nem de alteração de infraestrutura. Apenas consulta e listagem.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207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Bucket restrito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28032" y="1572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limitado ao bucket sefaz-coate/farol/. Nenhum outro bucket da conta AWS é acessível.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43200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8529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Rastreabilidade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" y="32186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query executada no Athena é registrada no CloudTrail e no histórico do workgroup 'coate', com usuário e timestamp.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743200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8529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Dado fiscal protegido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28032" y="32186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trafegam dentro da VPC da AWS SEFAZ, nunca expostos à internet. A aplicação roda localmente ou na rede interna.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v5  ·  SEFAZ-CE  ·  COATE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 Impacto na Infraestrutura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~9.300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na 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princípal (semáforo)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5603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070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19933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queries/dia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560320" cy="64008"/>
          </a:xfrm>
          <a:prstGeom prst="rect">
            <a:avLst/>
          </a:prstGeom>
          <a:solidFill>
            <a:srgbClr val="02A87A"/>
          </a:solidFill>
          <a:ln w="12700">
            <a:solidFill>
              <a:srgbClr val="02A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070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MB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19933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total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bucket farol/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8503920" cy="1554480"/>
          </a:xfrm>
          <a:prstGeom prst="rect">
            <a:avLst/>
          </a:prstGeom>
          <a:solidFill>
            <a:srgbClr val="EDF4FF"/>
          </a:solidFill>
          <a:ln w="12700">
            <a:solidFill>
              <a:srgbClr val="B8D0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99232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operacional mínimo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Athena cobra por dados escaneados (US$ 5/TB). Com menos de 5 MB de dados,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por query é inferior a US$ 0,000025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praticamente zero. O workgroup 'coate' já existe e está configurado; nenhuma nova infraestrutura precisa ser criada.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v5  ·  SEFAZ-CE  ·  COATE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TI Precisa Fazer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—  Conceder permissões IAM ao usuário sefaz-ernaldo.vieira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Anexar a policy AmazonAthenaFullAccess + acesso de leitura ao bucket sefaz-coate + GetTable no Glue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por área: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34640"/>
          <a:ext cx="8503920" cy="1783080"/>
        </p:xfrm>
        <a:graphic>
          <a:graphicData uri="http://schemas.openxmlformats.org/drawingml/2006/table">
            <a:tbl>
              <a:tblPr/>
              <a:tblGrid>
                <a:gridCol w="4389120"/>
                <a:gridCol w="1828800"/>
                <a:gridCol w="228600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/ AWS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COATE / FAROL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Conceder permissões IAM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Desenvolver e manter o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Gerar e fazer upload dos Parquet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tabelas no Athena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Monitorar uso do workgroup 'coate'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(opcional)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v5  ·  SEFAZ-CE  ·  COATE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103120"/>
            <a:ext cx="5029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TI concede permissões IAM ao usuário sefaz-ernaldo.vieira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COATE valida conexão com testar_athena.py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Migração dos executores do agente (farol_executors.py)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Regressão 30/30 do agente após migração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Deploy da aplicação Streamlit em produção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6204F"/>
          </a:solidFill>
          <a:ln w="12700">
            <a:solidFill>
              <a:srgbClr val="162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Ernaldo Vieira  ·  Auditor Fiscal  ·  COATE  ·  SEFAZ-CE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FAROL v5 — Apresentação para TI</dc:title>
  <dc:subject>PptxGenJS Presentation</dc:subject>
  <dc:creator>Ernaldo Vieira — SEFAZ-CE</dc:creator>
  <cp:lastModifiedBy>Ernaldo Vieira — SEFAZ-CE</cp:lastModifiedBy>
  <cp:revision>1</cp:revision>
  <dcterms:created xsi:type="dcterms:W3CDTF">2026-03-29T11:41:09Z</dcterms:created>
  <dcterms:modified xsi:type="dcterms:W3CDTF">2026-03-29T11:41:09Z</dcterms:modified>
</cp:coreProperties>
</file>