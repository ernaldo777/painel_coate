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94360"/>
            <a:ext cx="8412480" cy="9601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que abrem e somem.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Inteligência Fiscal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identificar contribuintes de risco antes que o prejuízo aconteça.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SEFAZ-CE  ·  COATE  ·  Núcleo do Simples Nacional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Você Já Conhece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primeiros 180 dias após a abertura, uma parcela de empresas nunca teve intenção de operar de forma regular. São contribuintes que: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27632"/>
            <a:ext cx="64008" cy="10972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7190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Vendem sem comprar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208483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de mercadorias sem qualquer entrada registrada — impossível operacionalmente.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62763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627632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7190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Movimentam sem recolher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208483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volumes financeiros, mas DIMP zerada e arrecadação nula.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0779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07792"/>
            <a:ext cx="64008" cy="109728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9992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Concentram em um fornecedor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" y="336499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das compras de um único CNPJ — sinal clássico de empresa laranja.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90779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07792"/>
            <a:ext cx="64008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9992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Somem antes da fiscalização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28032" y="336499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 atividade antes de qualquer ação do fisco, sem recolher o que devem.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 ·  SEFAZ-CE  ·  Núcleo do Simples Nacional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FAROL Funciona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697480" cy="64008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170432"/>
            <a:ext cx="685800" cy="685800"/>
          </a:xfrm>
          <a:prstGeom prst="ellipse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1704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os dados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Cruzamos SPED, DIMP, movimentação financeira e cadastro de todos os contribuintes abertos nos últimos 180 dias.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72968" y="105156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051560"/>
            <a:ext cx="2697480" cy="64008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78808" y="1170432"/>
            <a:ext cx="685800" cy="685800"/>
          </a:xfrm>
          <a:prstGeom prst="ellipse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78808" y="11704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10128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17 regras fiscais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10128" y="2487168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regra detecta um comportamento suspeito específico: saída sem entrada, omissão de SPED, arrecadação zerada e mais.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25896" y="105156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1051560"/>
            <a:ext cx="2697480" cy="640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31736" y="1170432"/>
            <a:ext cx="685800" cy="6858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31736" y="11704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63056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o nível de risco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63056" y="2487168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contribuinte recebe uma pontuação de 0 a 100 e um nível: Baixo, Moderado, Alto, Muito Alto ou Crítico.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 ·  SEFAZ-CE  ·  Núcleo do Simples Nacional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17 Regras — O que o FAROL Detecta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42416"/>
            <a:ext cx="41148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42416"/>
            <a:ext cx="54864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069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Sem Entrada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85032" y="109728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0972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042416"/>
            <a:ext cx="4114800" cy="384048"/>
          </a:xfrm>
          <a:prstGeom prst="rect">
            <a:avLst/>
          </a:prstGeom>
          <a:solidFill>
            <a:srgbClr val="F0FBF7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42416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06984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1069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Adicionamento Positivo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28432" y="109728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8432" y="10972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481328"/>
            <a:ext cx="41148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1481328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15087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15087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 Único ≥ R$25k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85032" y="153619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5032" y="15361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1481328"/>
            <a:ext cx="4114800" cy="384048"/>
          </a:xfrm>
          <a:prstGeom prst="rect">
            <a:avLst/>
          </a:prstGeom>
          <a:solidFill>
            <a:srgbClr val="F0FBF7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481328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5087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15087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Único ≥ R$25k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28432" y="153619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8432" y="15361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1920240"/>
            <a:ext cx="41148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920240"/>
            <a:ext cx="54864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19476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19476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Sem Saída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85032" y="1975104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85032" y="197510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1920240"/>
            <a:ext cx="4114800" cy="384048"/>
          </a:xfrm>
          <a:prstGeom prst="rect">
            <a:avLst/>
          </a:prstGeom>
          <a:solidFill>
            <a:srgbClr val="F0FBF7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192024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19476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19476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Adicionamento Negativo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28432" y="1975104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28432" y="197510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2359152"/>
            <a:ext cx="41148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2359152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" y="238658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4400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Mov. Financeira Sem Vendas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85032" y="2414016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85032" y="2414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2359152"/>
            <a:ext cx="4114800" cy="384048"/>
          </a:xfrm>
          <a:prstGeom prst="rect">
            <a:avLst/>
          </a:prstGeom>
          <a:solidFill>
            <a:srgbClr val="F0FBF7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2359152"/>
            <a:ext cx="54864" cy="384048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238658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R09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57800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Vendas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28432" y="2414016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28432" y="2414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" y="2798064"/>
            <a:ext cx="41148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2798064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" y="28254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14400" y="28254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Mov. Fiscal Sem Financeira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685032" y="285292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85032" y="28529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63440" y="2798064"/>
            <a:ext cx="4114800" cy="384048"/>
          </a:xfrm>
          <a:prstGeom prst="rect">
            <a:avLst/>
          </a:prstGeom>
          <a:solidFill>
            <a:srgbClr val="F0FBF7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63440" y="2798064"/>
            <a:ext cx="54864" cy="384048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73168" y="28254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257800" y="28254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Mov. Fiscal Acima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028432" y="285292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28432" y="28529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3236976"/>
            <a:ext cx="41148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" y="3236976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9768" y="326440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14400" y="32644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Omissão de SPED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685032" y="329184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85032" y="32918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663440" y="3236976"/>
            <a:ext cx="4114800" cy="384048"/>
          </a:xfrm>
          <a:prstGeom prst="rect">
            <a:avLst/>
          </a:prstGeom>
          <a:solidFill>
            <a:srgbClr val="F0FBF7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63440" y="3236976"/>
            <a:ext cx="54864" cy="384048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73168" y="326440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257800" y="32644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Parcialmente Não Seladas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028432" y="329184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28432" y="32918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20040" y="3675888"/>
            <a:ext cx="41148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0040" y="3675888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9768" y="37033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R16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914400" y="3703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Integralmente Não Seladas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685032" y="373075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85032" y="37307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663440" y="3675888"/>
            <a:ext cx="4114800" cy="384048"/>
          </a:xfrm>
          <a:prstGeom prst="rect">
            <a:avLst/>
          </a:prstGeom>
          <a:solidFill>
            <a:srgbClr val="F0FBF7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663440" y="3675888"/>
            <a:ext cx="54864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73168" y="37033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R17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5257800" y="3703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Arrecadação Zerada com Movimentação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8028432" y="373075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28432" y="37307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 ·  SEFAZ-CE  ·  Núcleo do Simples Nacional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Contribuinte Nível Crítico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Empresa X  ·  Comércio Atacadista  ·  Fortaleza-CE  ·  Aberta há 90 dias  ·  Risco: CRÍTICO (92 pts)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disparadas: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121408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 — Saídas de R$ 1,2 mi sem nenhuma entrada registrada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R17 — Arrecadação zerada no período inteiro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R03 — 100% das compras concentradas em 1 fornecedor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 — SPED não entregue em nenhum mês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do período: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12140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1671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R$ 1,2 mi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63640" y="21671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saídas sem nota de entrada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7977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8254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28254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ICMS recolhido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43814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48386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meses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34838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entregar obrigação acessória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409651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4142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CNPJ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41422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100% do fornecimento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 ·  SEFAZ-CE  ·  Núcleo do Simples Nacional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no Seu Trabalho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393192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😓  Antes do FAROL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611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empresa por intuição ou denúncia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planilhas manualmente de vários sistemas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dados no Excel — processo demorado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subjetivo — difícil justificar a escolha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trabalhar muito numa empresa sem problema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15968" y="2560320"/>
            <a:ext cx="512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17A6B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892040" y="105156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051560"/>
            <a:ext cx="3931920" cy="411480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 o FAROL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572768"/>
            <a:ext cx="3611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priorizada por risco — Crítico primeiro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cruzado automaticamente em uma tela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quais regras foram violadas e com que intensidade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técnico documentado e auditável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total em quem realmente merece atenção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 ·  SEFAZ-CE  ·  Núcleo do Simples Nacional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Níveis de Risco — Como Interpretar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65836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115568"/>
            <a:ext cx="1371600" cy="43891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155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1155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 pts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097280"/>
            <a:ext cx="5623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imediata — prioridade máxima de fiscalização. Múltiplas regras graves disparadas.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755648"/>
            <a:ext cx="85039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55648"/>
            <a:ext cx="6400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1865376"/>
            <a:ext cx="1371600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653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ALTO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18653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70–84 pts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1847088"/>
            <a:ext cx="5623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probabilidade de irregularidade. Incluir na programação do próximo ciclo.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505456"/>
            <a:ext cx="850392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505456"/>
            <a:ext cx="6400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615184"/>
            <a:ext cx="137160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61518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261518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50–69 pts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2596896"/>
            <a:ext cx="5623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Monitorar. Indicado para cruzamento com outras fontes antes de abrir procedimento.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255264"/>
            <a:ext cx="8503920" cy="658368"/>
          </a:xfrm>
          <a:prstGeom prst="rect">
            <a:avLst/>
          </a:prstGeom>
          <a:solidFill>
            <a:srgbClr val="D1FAE5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255264"/>
            <a:ext cx="64008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364992"/>
            <a:ext cx="1371600" cy="43891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3649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3649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30–49 pts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3346704"/>
            <a:ext cx="5623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risco imediato. Manter em acompanhamento periódico.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005072"/>
            <a:ext cx="850392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005072"/>
            <a:ext cx="64008" cy="65836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4114800"/>
            <a:ext cx="137160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1148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20240" y="41148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pts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17520" y="4096512"/>
            <a:ext cx="5623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indicativo relevante de irregularidade no período analisado.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 ·  SEFAZ-CE  ·  Núcleo do Simples Nacional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vamos ver ao vivo.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114800" cy="64008"/>
          </a:xfrm>
          <a:prstGeom prst="rect">
            <a:avLst/>
          </a:prstGeom>
          <a:solidFill>
            <a:srgbClr val="017A6B"/>
          </a:solidFill>
          <a:ln w="12700">
            <a:solidFill>
              <a:srgbClr val="017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demo você vai ver: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176272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1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lista de contribuintes ordenada por risco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 perfil completo de um contribuinte Crítico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As regras disparadas com os valores reais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Como filtrar por segmento, município e regime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 agente fiscal respondendo perguntas em linguagem natural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Ernaldo Vieira  ·  Auditor Fiscal  ·  COATE  ·  SEFAZ-CE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FAROL — Apresentação para Fiscais</dc:title>
  <dc:subject>PptxGenJS Presentation</dc:subject>
  <dc:creator>Ernaldo Vieira — SEFAZ-CE</dc:creator>
  <cp:lastModifiedBy>Ernaldo Vieira — SEFAZ-CE</cp:lastModifiedBy>
  <cp:revision>1</cp:revision>
  <dcterms:created xsi:type="dcterms:W3CDTF">2026-03-29T13:38:22Z</dcterms:created>
  <dcterms:modified xsi:type="dcterms:W3CDTF">2026-03-29T13:38:22Z</dcterms:modified>
</cp:coreProperties>
</file>